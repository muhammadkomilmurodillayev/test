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76" r:id="rId3"/>
    <p:sldId id="278" r:id="rId4"/>
    <p:sldId id="279" r:id="rId5"/>
    <p:sldId id="280" r:id="rId6"/>
    <p:sldId id="281" r:id="rId7"/>
    <p:sldId id="282" r:id="rId8"/>
    <p:sldId id="283" r:id="rId9"/>
    <p:sldId id="284" r:id="rId10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7CD613-C23F-4C7C-A800-94784AED0F8F}" type="doc">
      <dgm:prSet loTypeId="urn:microsoft.com/office/officeart/2005/8/layout/hierarchy3" loCatId="hierarchy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uz-Cyrl-UZ"/>
        </a:p>
      </dgm:t>
    </dgm:pt>
    <dgm:pt modelId="{54E7FDEB-38E1-4721-ADB9-D74ECC50F4FF}">
      <dgm:prSet phldrT="[Текст]"/>
      <dgm:spPr/>
      <dgm:t>
        <a:bodyPr/>
        <a:lstStyle/>
        <a:p>
          <a:r>
            <a:rPr lang="en-US" dirty="0" err="1" smtClean="0"/>
            <a:t>Tuzilmaviy</a:t>
          </a:r>
          <a:r>
            <a:rPr lang="en-US" dirty="0" smtClean="0"/>
            <a:t> </a:t>
          </a:r>
          <a:r>
            <a:rPr lang="en-US" dirty="0" err="1" smtClean="0"/>
            <a:t>dasturlash</a:t>
          </a:r>
          <a:endParaRPr lang="uz-Cyrl-UZ" dirty="0"/>
        </a:p>
      </dgm:t>
    </dgm:pt>
    <dgm:pt modelId="{D546CF34-D759-4F10-8C9E-9C86143352EC}" type="parTrans" cxnId="{6D7F338D-22C9-4789-8E13-07CAE6EE3348}">
      <dgm:prSet/>
      <dgm:spPr/>
      <dgm:t>
        <a:bodyPr/>
        <a:lstStyle/>
        <a:p>
          <a:endParaRPr lang="uz-Cyrl-UZ"/>
        </a:p>
      </dgm:t>
    </dgm:pt>
    <dgm:pt modelId="{A2F76C78-72F7-40A1-A7EE-5D7C9777A289}" type="sibTrans" cxnId="{6D7F338D-22C9-4789-8E13-07CAE6EE3348}">
      <dgm:prSet/>
      <dgm:spPr/>
      <dgm:t>
        <a:bodyPr/>
        <a:lstStyle/>
        <a:p>
          <a:endParaRPr lang="uz-Cyrl-UZ"/>
        </a:p>
      </dgm:t>
    </dgm:pt>
    <dgm:pt modelId="{6EB242D0-6742-4423-B2EB-D7F69302ED0D}">
      <dgm:prSet phldrT="[Текст]"/>
      <dgm:spPr/>
      <dgm:t>
        <a:bodyPr/>
        <a:lstStyle/>
        <a:p>
          <a:endParaRPr lang="uz-Cyrl-UZ" dirty="0"/>
        </a:p>
      </dgm:t>
    </dgm:pt>
    <dgm:pt modelId="{69DF0308-D35D-4D29-BF6A-A86054242088}" type="parTrans" cxnId="{34188AD7-7078-40AE-8056-DB6E8E9E7AB3}">
      <dgm:prSet/>
      <dgm:spPr/>
      <dgm:t>
        <a:bodyPr/>
        <a:lstStyle/>
        <a:p>
          <a:endParaRPr lang="uz-Cyrl-UZ"/>
        </a:p>
      </dgm:t>
    </dgm:pt>
    <dgm:pt modelId="{959FA37B-D73A-4AC6-AE4C-A7F16607242C}" type="sibTrans" cxnId="{34188AD7-7078-40AE-8056-DB6E8E9E7AB3}">
      <dgm:prSet/>
      <dgm:spPr/>
      <dgm:t>
        <a:bodyPr/>
        <a:lstStyle/>
        <a:p>
          <a:endParaRPr lang="uz-Cyrl-UZ"/>
        </a:p>
      </dgm:t>
    </dgm:pt>
    <dgm:pt modelId="{1FD5AF71-F9BE-48D3-A0B3-DF923EC7F3E1}">
      <dgm:prSet phldrT="[Текст]"/>
      <dgm:spPr/>
      <dgm:t>
        <a:bodyPr/>
        <a:lstStyle/>
        <a:p>
          <a:endParaRPr lang="uz-Cyrl-UZ" dirty="0"/>
        </a:p>
      </dgm:t>
    </dgm:pt>
    <dgm:pt modelId="{BE401782-947F-4298-9764-901646B3076F}" type="parTrans" cxnId="{D8125D2E-A5EE-488C-9CB1-33A253C55D4E}">
      <dgm:prSet/>
      <dgm:spPr/>
      <dgm:t>
        <a:bodyPr/>
        <a:lstStyle/>
        <a:p>
          <a:endParaRPr lang="uz-Cyrl-UZ"/>
        </a:p>
      </dgm:t>
    </dgm:pt>
    <dgm:pt modelId="{C19886B0-DE92-4435-804A-8F9A9887812F}" type="sibTrans" cxnId="{D8125D2E-A5EE-488C-9CB1-33A253C55D4E}">
      <dgm:prSet/>
      <dgm:spPr/>
      <dgm:t>
        <a:bodyPr/>
        <a:lstStyle/>
        <a:p>
          <a:endParaRPr lang="uz-Cyrl-UZ"/>
        </a:p>
      </dgm:t>
    </dgm:pt>
    <dgm:pt modelId="{5071AF48-60C1-4930-A2D8-433276B8F32C}">
      <dgm:prSet/>
      <dgm:spPr/>
      <dgm:t>
        <a:bodyPr/>
        <a:lstStyle/>
        <a:p>
          <a:endParaRPr lang="uz-Cyrl-UZ" dirty="0"/>
        </a:p>
      </dgm:t>
    </dgm:pt>
    <dgm:pt modelId="{83387124-6087-43D6-931F-5D93A34AD335}" type="parTrans" cxnId="{41AD08A7-A596-464A-99BA-83D2234DD303}">
      <dgm:prSet/>
      <dgm:spPr/>
      <dgm:t>
        <a:bodyPr/>
        <a:lstStyle/>
        <a:p>
          <a:endParaRPr lang="uz-Cyrl-UZ"/>
        </a:p>
      </dgm:t>
    </dgm:pt>
    <dgm:pt modelId="{D9706497-C892-427D-86AA-93C49D2FC5C1}" type="sibTrans" cxnId="{41AD08A7-A596-464A-99BA-83D2234DD303}">
      <dgm:prSet/>
      <dgm:spPr/>
      <dgm:t>
        <a:bodyPr/>
        <a:lstStyle/>
        <a:p>
          <a:endParaRPr lang="uz-Cyrl-UZ"/>
        </a:p>
      </dgm:t>
    </dgm:pt>
    <dgm:pt modelId="{4D741898-ED68-49CE-B6FC-642BC68F02A0}" type="pres">
      <dgm:prSet presAssocID="{317CD613-C23F-4C7C-A800-94784AED0F8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uz-Cyrl-UZ"/>
        </a:p>
      </dgm:t>
    </dgm:pt>
    <dgm:pt modelId="{4F0D094D-3D78-4CB4-9289-288BE09514B4}" type="pres">
      <dgm:prSet presAssocID="{54E7FDEB-38E1-4721-ADB9-D74ECC50F4FF}" presName="root" presStyleCnt="0"/>
      <dgm:spPr/>
    </dgm:pt>
    <dgm:pt modelId="{CF97073B-2014-45E7-A35F-D9289385CF78}" type="pres">
      <dgm:prSet presAssocID="{54E7FDEB-38E1-4721-ADB9-D74ECC50F4FF}" presName="rootComposite" presStyleCnt="0"/>
      <dgm:spPr/>
    </dgm:pt>
    <dgm:pt modelId="{64C6813C-3DC2-419B-8A5E-5D016B87D380}" type="pres">
      <dgm:prSet presAssocID="{54E7FDEB-38E1-4721-ADB9-D74ECC50F4FF}" presName="rootText" presStyleLbl="node1" presStyleIdx="0" presStyleCnt="1" custScaleX="262272" custScaleY="71626"/>
      <dgm:spPr/>
      <dgm:t>
        <a:bodyPr/>
        <a:lstStyle/>
        <a:p>
          <a:endParaRPr lang="uz-Cyrl-UZ"/>
        </a:p>
      </dgm:t>
    </dgm:pt>
    <dgm:pt modelId="{ACFCDE35-BC10-4621-8C9B-E57B25F872CC}" type="pres">
      <dgm:prSet presAssocID="{54E7FDEB-38E1-4721-ADB9-D74ECC50F4FF}" presName="rootConnector" presStyleLbl="node1" presStyleIdx="0" presStyleCnt="1"/>
      <dgm:spPr/>
      <dgm:t>
        <a:bodyPr/>
        <a:lstStyle/>
        <a:p>
          <a:endParaRPr lang="uz-Cyrl-UZ"/>
        </a:p>
      </dgm:t>
    </dgm:pt>
    <dgm:pt modelId="{989C5D36-0C50-4A62-92CB-C25590D656DB}" type="pres">
      <dgm:prSet presAssocID="{54E7FDEB-38E1-4721-ADB9-D74ECC50F4FF}" presName="childShape" presStyleCnt="0"/>
      <dgm:spPr/>
    </dgm:pt>
    <dgm:pt modelId="{51613D5F-B897-437C-AAAB-72E28F716F37}" type="pres">
      <dgm:prSet presAssocID="{69DF0308-D35D-4D29-BF6A-A86054242088}" presName="Name13" presStyleLbl="parChTrans1D2" presStyleIdx="0" presStyleCnt="3"/>
      <dgm:spPr/>
      <dgm:t>
        <a:bodyPr/>
        <a:lstStyle/>
        <a:p>
          <a:endParaRPr lang="uz-Cyrl-UZ"/>
        </a:p>
      </dgm:t>
    </dgm:pt>
    <dgm:pt modelId="{477C941F-F380-4AC1-84A4-1399C08581E1}" type="pres">
      <dgm:prSet presAssocID="{6EB242D0-6742-4423-B2EB-D7F69302ED0D}" presName="childText" presStyleLbl="bgAcc1" presStyleIdx="0" presStyleCnt="3" custScaleX="307823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  <dgm:pt modelId="{B50DDE96-45A8-4826-8133-DF460AB1D6B2}" type="pres">
      <dgm:prSet presAssocID="{83387124-6087-43D6-931F-5D93A34AD335}" presName="Name13" presStyleLbl="parChTrans1D2" presStyleIdx="1" presStyleCnt="3"/>
      <dgm:spPr/>
      <dgm:t>
        <a:bodyPr/>
        <a:lstStyle/>
        <a:p>
          <a:endParaRPr lang="uz-Cyrl-UZ"/>
        </a:p>
      </dgm:t>
    </dgm:pt>
    <dgm:pt modelId="{054E2BAB-DB9C-4AE7-9E69-546561A3D168}" type="pres">
      <dgm:prSet presAssocID="{5071AF48-60C1-4930-A2D8-433276B8F32C}" presName="childText" presStyleLbl="bgAcc1" presStyleIdx="1" presStyleCnt="3" custScaleX="342488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  <dgm:pt modelId="{B559B0B1-C880-4EDA-8D2B-06E8288DD0FF}" type="pres">
      <dgm:prSet presAssocID="{BE401782-947F-4298-9764-901646B3076F}" presName="Name13" presStyleLbl="parChTrans1D2" presStyleIdx="2" presStyleCnt="3"/>
      <dgm:spPr/>
      <dgm:t>
        <a:bodyPr/>
        <a:lstStyle/>
        <a:p>
          <a:endParaRPr lang="uz-Cyrl-UZ"/>
        </a:p>
      </dgm:t>
    </dgm:pt>
    <dgm:pt modelId="{697B2604-EA1A-4D6E-9027-3D809DF83387}" type="pres">
      <dgm:prSet presAssocID="{1FD5AF71-F9BE-48D3-A0B3-DF923EC7F3E1}" presName="childText" presStyleLbl="bgAcc1" presStyleIdx="2" presStyleCnt="3" custScaleX="346287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</dgm:ptLst>
  <dgm:cxnLst>
    <dgm:cxn modelId="{BCD9CBF0-6A14-46EC-B91F-6884068E2EBB}" type="presOf" srcId="{83387124-6087-43D6-931F-5D93A34AD335}" destId="{B50DDE96-45A8-4826-8133-DF460AB1D6B2}" srcOrd="0" destOrd="0" presId="urn:microsoft.com/office/officeart/2005/8/layout/hierarchy3"/>
    <dgm:cxn modelId="{10AFC4C9-FE45-4C33-A126-0C6419F88F33}" type="presOf" srcId="{6EB242D0-6742-4423-B2EB-D7F69302ED0D}" destId="{477C941F-F380-4AC1-84A4-1399C08581E1}" srcOrd="0" destOrd="0" presId="urn:microsoft.com/office/officeart/2005/8/layout/hierarchy3"/>
    <dgm:cxn modelId="{D8125D2E-A5EE-488C-9CB1-33A253C55D4E}" srcId="{54E7FDEB-38E1-4721-ADB9-D74ECC50F4FF}" destId="{1FD5AF71-F9BE-48D3-A0B3-DF923EC7F3E1}" srcOrd="2" destOrd="0" parTransId="{BE401782-947F-4298-9764-901646B3076F}" sibTransId="{C19886B0-DE92-4435-804A-8F9A9887812F}"/>
    <dgm:cxn modelId="{6637F8E9-FE43-4A36-A65F-98475143B088}" type="presOf" srcId="{317CD613-C23F-4C7C-A800-94784AED0F8F}" destId="{4D741898-ED68-49CE-B6FC-642BC68F02A0}" srcOrd="0" destOrd="0" presId="urn:microsoft.com/office/officeart/2005/8/layout/hierarchy3"/>
    <dgm:cxn modelId="{34188AD7-7078-40AE-8056-DB6E8E9E7AB3}" srcId="{54E7FDEB-38E1-4721-ADB9-D74ECC50F4FF}" destId="{6EB242D0-6742-4423-B2EB-D7F69302ED0D}" srcOrd="0" destOrd="0" parTransId="{69DF0308-D35D-4D29-BF6A-A86054242088}" sibTransId="{959FA37B-D73A-4AC6-AE4C-A7F16607242C}"/>
    <dgm:cxn modelId="{E596E582-7635-4899-AA71-894386BFC7AB}" type="presOf" srcId="{69DF0308-D35D-4D29-BF6A-A86054242088}" destId="{51613D5F-B897-437C-AAAB-72E28F716F37}" srcOrd="0" destOrd="0" presId="urn:microsoft.com/office/officeart/2005/8/layout/hierarchy3"/>
    <dgm:cxn modelId="{2DEB8E77-B3D1-44A6-A43A-780DEAB52BBA}" type="presOf" srcId="{BE401782-947F-4298-9764-901646B3076F}" destId="{B559B0B1-C880-4EDA-8D2B-06E8288DD0FF}" srcOrd="0" destOrd="0" presId="urn:microsoft.com/office/officeart/2005/8/layout/hierarchy3"/>
    <dgm:cxn modelId="{41AD08A7-A596-464A-99BA-83D2234DD303}" srcId="{54E7FDEB-38E1-4721-ADB9-D74ECC50F4FF}" destId="{5071AF48-60C1-4930-A2D8-433276B8F32C}" srcOrd="1" destOrd="0" parTransId="{83387124-6087-43D6-931F-5D93A34AD335}" sibTransId="{D9706497-C892-427D-86AA-93C49D2FC5C1}"/>
    <dgm:cxn modelId="{893F2C0C-5376-40EA-BF38-F52CF583BDE6}" type="presOf" srcId="{54E7FDEB-38E1-4721-ADB9-D74ECC50F4FF}" destId="{ACFCDE35-BC10-4621-8C9B-E57B25F872CC}" srcOrd="1" destOrd="0" presId="urn:microsoft.com/office/officeart/2005/8/layout/hierarchy3"/>
    <dgm:cxn modelId="{1D7BF910-AFAA-402D-A89F-B2005DD389C2}" type="presOf" srcId="{5071AF48-60C1-4930-A2D8-433276B8F32C}" destId="{054E2BAB-DB9C-4AE7-9E69-546561A3D168}" srcOrd="0" destOrd="0" presId="urn:microsoft.com/office/officeart/2005/8/layout/hierarchy3"/>
    <dgm:cxn modelId="{6D7F338D-22C9-4789-8E13-07CAE6EE3348}" srcId="{317CD613-C23F-4C7C-A800-94784AED0F8F}" destId="{54E7FDEB-38E1-4721-ADB9-D74ECC50F4FF}" srcOrd="0" destOrd="0" parTransId="{D546CF34-D759-4F10-8C9E-9C86143352EC}" sibTransId="{A2F76C78-72F7-40A1-A7EE-5D7C9777A289}"/>
    <dgm:cxn modelId="{E912CC6C-D1F4-4C02-A881-FAF9FB8A5CC9}" type="presOf" srcId="{54E7FDEB-38E1-4721-ADB9-D74ECC50F4FF}" destId="{64C6813C-3DC2-419B-8A5E-5D016B87D380}" srcOrd="0" destOrd="0" presId="urn:microsoft.com/office/officeart/2005/8/layout/hierarchy3"/>
    <dgm:cxn modelId="{02FFAB93-0ACE-4FDA-8B0F-E64DB852FEC6}" type="presOf" srcId="{1FD5AF71-F9BE-48D3-A0B3-DF923EC7F3E1}" destId="{697B2604-EA1A-4D6E-9027-3D809DF83387}" srcOrd="0" destOrd="0" presId="urn:microsoft.com/office/officeart/2005/8/layout/hierarchy3"/>
    <dgm:cxn modelId="{3E77C2BD-A07F-4264-B79F-0BFD40FF6AF0}" type="presParOf" srcId="{4D741898-ED68-49CE-B6FC-642BC68F02A0}" destId="{4F0D094D-3D78-4CB4-9289-288BE09514B4}" srcOrd="0" destOrd="0" presId="urn:microsoft.com/office/officeart/2005/8/layout/hierarchy3"/>
    <dgm:cxn modelId="{36881CB9-CE41-4B21-AB03-1835DDE75822}" type="presParOf" srcId="{4F0D094D-3D78-4CB4-9289-288BE09514B4}" destId="{CF97073B-2014-45E7-A35F-D9289385CF78}" srcOrd="0" destOrd="0" presId="urn:microsoft.com/office/officeart/2005/8/layout/hierarchy3"/>
    <dgm:cxn modelId="{04EE99A3-19A7-4C1B-AAA8-88B64C7F9F90}" type="presParOf" srcId="{CF97073B-2014-45E7-A35F-D9289385CF78}" destId="{64C6813C-3DC2-419B-8A5E-5D016B87D380}" srcOrd="0" destOrd="0" presId="urn:microsoft.com/office/officeart/2005/8/layout/hierarchy3"/>
    <dgm:cxn modelId="{0727138F-3A12-43C8-848A-DA05A5B1D3CF}" type="presParOf" srcId="{CF97073B-2014-45E7-A35F-D9289385CF78}" destId="{ACFCDE35-BC10-4621-8C9B-E57B25F872CC}" srcOrd="1" destOrd="0" presId="urn:microsoft.com/office/officeart/2005/8/layout/hierarchy3"/>
    <dgm:cxn modelId="{EF6A4BF9-6CB9-4E24-868F-EE6BEC0BCE05}" type="presParOf" srcId="{4F0D094D-3D78-4CB4-9289-288BE09514B4}" destId="{989C5D36-0C50-4A62-92CB-C25590D656DB}" srcOrd="1" destOrd="0" presId="urn:microsoft.com/office/officeart/2005/8/layout/hierarchy3"/>
    <dgm:cxn modelId="{C9F93599-B1F8-4D4C-9105-DD2146EE96EC}" type="presParOf" srcId="{989C5D36-0C50-4A62-92CB-C25590D656DB}" destId="{51613D5F-B897-437C-AAAB-72E28F716F37}" srcOrd="0" destOrd="0" presId="urn:microsoft.com/office/officeart/2005/8/layout/hierarchy3"/>
    <dgm:cxn modelId="{7B616E23-146D-49C0-9172-D7AD839391EB}" type="presParOf" srcId="{989C5D36-0C50-4A62-92CB-C25590D656DB}" destId="{477C941F-F380-4AC1-84A4-1399C08581E1}" srcOrd="1" destOrd="0" presId="urn:microsoft.com/office/officeart/2005/8/layout/hierarchy3"/>
    <dgm:cxn modelId="{3ED0FED1-52AC-4E6C-8227-10850D2A4949}" type="presParOf" srcId="{989C5D36-0C50-4A62-92CB-C25590D656DB}" destId="{B50DDE96-45A8-4826-8133-DF460AB1D6B2}" srcOrd="2" destOrd="0" presId="urn:microsoft.com/office/officeart/2005/8/layout/hierarchy3"/>
    <dgm:cxn modelId="{C7604C1C-219E-441D-A8B8-616CFDDA6BA9}" type="presParOf" srcId="{989C5D36-0C50-4A62-92CB-C25590D656DB}" destId="{054E2BAB-DB9C-4AE7-9E69-546561A3D168}" srcOrd="3" destOrd="0" presId="urn:microsoft.com/office/officeart/2005/8/layout/hierarchy3"/>
    <dgm:cxn modelId="{9B1248F0-0096-4F8E-9594-5427542EC62B}" type="presParOf" srcId="{989C5D36-0C50-4A62-92CB-C25590D656DB}" destId="{B559B0B1-C880-4EDA-8D2B-06E8288DD0FF}" srcOrd="4" destOrd="0" presId="urn:microsoft.com/office/officeart/2005/8/layout/hierarchy3"/>
    <dgm:cxn modelId="{CF0782A2-F524-4368-A86B-B83FC23E8675}" type="presParOf" srcId="{989C5D36-0C50-4A62-92CB-C25590D656DB}" destId="{697B2604-EA1A-4D6E-9027-3D809DF83387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926B4C-F291-4887-B835-1B9616C2EFB0}" type="doc">
      <dgm:prSet loTypeId="urn:microsoft.com/office/officeart/2005/8/layout/default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uz-Cyrl-UZ"/>
        </a:p>
      </dgm:t>
    </dgm:pt>
    <dgm:pt modelId="{16356E18-8259-4401-A7DE-31919CE6360F}">
      <dgm:prSet/>
      <dgm:spPr/>
      <dgm:t>
        <a:bodyPr/>
        <a:lstStyle/>
        <a:p>
          <a:pPr algn="ctr"/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Strukturali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dasturlashning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asosiy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konstruktsiyalari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quyidagilardir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: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ketma-ketlik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tarmoqlanish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takrorlanish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(4.4-rasmga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qarang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Umumlashma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operatorlar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uzellari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- S, S1, S2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hamda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predikat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shart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- R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ushbu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konstruktsiyalarning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tarkibiy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qismlari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komponentlaridir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Bunda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qo‘llanayotgan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tilining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oddiy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o‘zlashtirish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kirish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protseduraga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murojaat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operatorlari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yoki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strukturali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asosiy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boshqaruv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konsturktsiyalarining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kompozitsiyasi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fragmenti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umumlashma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operator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sifatida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xizmat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qilishi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Muhimi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shundaki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boshqaruv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bo‘yicha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faqat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kirish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dirty="0"/>
        </a:p>
      </dgm:t>
    </dgm:pt>
    <dgm:pt modelId="{0EC84F7D-C6E1-46C1-AF4B-295DD83EE683}" type="parTrans" cxnId="{3D1AB348-A15B-42D4-B47D-A2DFB1ADDB88}">
      <dgm:prSet/>
      <dgm:spPr/>
      <dgm:t>
        <a:bodyPr/>
        <a:lstStyle/>
        <a:p>
          <a:endParaRPr lang="uz-Cyrl-UZ"/>
        </a:p>
      </dgm:t>
    </dgm:pt>
    <dgm:pt modelId="{F8BBFF89-68AE-40D1-8F68-7D5962CB6621}" type="sibTrans" cxnId="{3D1AB348-A15B-42D4-B47D-A2DFB1ADDB88}">
      <dgm:prSet/>
      <dgm:spPr/>
      <dgm:t>
        <a:bodyPr/>
        <a:lstStyle/>
        <a:p>
          <a:endParaRPr lang="uz-Cyrl-UZ"/>
        </a:p>
      </dgm:t>
    </dgm:pt>
    <dgm:pt modelId="{5D2E44C4-8C6A-4998-9297-EA645CC2D2B6}" type="pres">
      <dgm:prSet presAssocID="{1E926B4C-F291-4887-B835-1B9616C2EFB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z-Cyrl-UZ"/>
        </a:p>
      </dgm:t>
    </dgm:pt>
    <dgm:pt modelId="{6A51FA88-7E9B-4D17-944D-53C6AA9BFC2F}" type="pres">
      <dgm:prSet presAssocID="{16356E18-8259-4401-A7DE-31919CE6360F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</dgm:ptLst>
  <dgm:cxnLst>
    <dgm:cxn modelId="{5BBCD987-88C9-4F6E-BC10-17546C440AB8}" type="presOf" srcId="{16356E18-8259-4401-A7DE-31919CE6360F}" destId="{6A51FA88-7E9B-4D17-944D-53C6AA9BFC2F}" srcOrd="0" destOrd="0" presId="urn:microsoft.com/office/officeart/2005/8/layout/default#1"/>
    <dgm:cxn modelId="{3D1AB348-A15B-42D4-B47D-A2DFB1ADDB88}" srcId="{1E926B4C-F291-4887-B835-1B9616C2EFB0}" destId="{16356E18-8259-4401-A7DE-31919CE6360F}" srcOrd="0" destOrd="0" parTransId="{0EC84F7D-C6E1-46C1-AF4B-295DD83EE683}" sibTransId="{F8BBFF89-68AE-40D1-8F68-7D5962CB6621}"/>
    <dgm:cxn modelId="{49AF8724-411A-42B9-A93A-A71B4CF1C98C}" type="presOf" srcId="{1E926B4C-F291-4887-B835-1B9616C2EFB0}" destId="{5D2E44C4-8C6A-4998-9297-EA645CC2D2B6}" srcOrd="0" destOrd="0" presId="urn:microsoft.com/office/officeart/2005/8/layout/default#1"/>
    <dgm:cxn modelId="{D2C1CD19-1E07-42D0-9BC0-0DE2740C53E2}" type="presParOf" srcId="{5D2E44C4-8C6A-4998-9297-EA645CC2D2B6}" destId="{6A51FA88-7E9B-4D17-944D-53C6AA9BFC2F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926B4C-F291-4887-B835-1B9616C2EFB0}" type="doc">
      <dgm:prSet loTypeId="urn:microsoft.com/office/officeart/2005/8/layout/default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uz-Cyrl-UZ"/>
        </a:p>
      </dgm:t>
    </dgm:pt>
    <dgm:pt modelId="{16356E18-8259-4401-A7DE-31919CE6360F}">
      <dgm:prSet/>
      <dgm:spPr/>
      <dgm:t>
        <a:bodyPr/>
        <a:lstStyle/>
        <a:p>
          <a:pPr algn="ctr"/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ba’zida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«GO TO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siz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deb ham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ataladi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Biroq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yerda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gap operator GO TO da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emas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balki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betartib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foydalanishdadir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Ko‘p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hollarda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ayrim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tillarida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masalan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FORTRAN da)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aks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ettirilganda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(GO TO)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konstruktsiyalarni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ishlatish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uchun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qo‘llanadi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Bu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tamoilini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buzmaydi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aynan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«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bo‘lmagan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operatorlari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chalkashtiradi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bunda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ayniqsa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matn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modulida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bajarilayotgan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operatoridan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yuqorida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avval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joylashgan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chalkashtiradi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bo‘lsa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-da,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chetlab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urinsak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nihoyatda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katta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qo‘pol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bo‘lib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ketishi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Bu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esa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ularning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aniqligiga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zarar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yetkazadi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matn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modulida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qo‘shimcha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xatolarning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paydo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havfini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tug‘diradi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uchun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o‘rinda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chetlab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maslahat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ammo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aniqligiga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zarar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yetkazmasligi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kerak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dirty="0"/>
        </a:p>
      </dgm:t>
    </dgm:pt>
    <dgm:pt modelId="{0EC84F7D-C6E1-46C1-AF4B-295DD83EE683}" type="parTrans" cxnId="{3D1AB348-A15B-42D4-B47D-A2DFB1ADDB88}">
      <dgm:prSet/>
      <dgm:spPr/>
      <dgm:t>
        <a:bodyPr/>
        <a:lstStyle/>
        <a:p>
          <a:endParaRPr lang="uz-Cyrl-UZ"/>
        </a:p>
      </dgm:t>
    </dgm:pt>
    <dgm:pt modelId="{F8BBFF89-68AE-40D1-8F68-7D5962CB6621}" type="sibTrans" cxnId="{3D1AB348-A15B-42D4-B47D-A2DFB1ADDB88}">
      <dgm:prSet/>
      <dgm:spPr/>
      <dgm:t>
        <a:bodyPr/>
        <a:lstStyle/>
        <a:p>
          <a:endParaRPr lang="uz-Cyrl-UZ"/>
        </a:p>
      </dgm:t>
    </dgm:pt>
    <dgm:pt modelId="{5D2E44C4-8C6A-4998-9297-EA645CC2D2B6}" type="pres">
      <dgm:prSet presAssocID="{1E926B4C-F291-4887-B835-1B9616C2EFB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z-Cyrl-UZ"/>
        </a:p>
      </dgm:t>
    </dgm:pt>
    <dgm:pt modelId="{6A51FA88-7E9B-4D17-944D-53C6AA9BFC2F}" type="pres">
      <dgm:prSet presAssocID="{16356E18-8259-4401-A7DE-31919CE6360F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</dgm:ptLst>
  <dgm:cxnLst>
    <dgm:cxn modelId="{5BBCD987-88C9-4F6E-BC10-17546C440AB8}" type="presOf" srcId="{16356E18-8259-4401-A7DE-31919CE6360F}" destId="{6A51FA88-7E9B-4D17-944D-53C6AA9BFC2F}" srcOrd="0" destOrd="0" presId="urn:microsoft.com/office/officeart/2005/8/layout/default#1"/>
    <dgm:cxn modelId="{3D1AB348-A15B-42D4-B47D-A2DFB1ADDB88}" srcId="{1E926B4C-F291-4887-B835-1B9616C2EFB0}" destId="{16356E18-8259-4401-A7DE-31919CE6360F}" srcOrd="0" destOrd="0" parTransId="{0EC84F7D-C6E1-46C1-AF4B-295DD83EE683}" sibTransId="{F8BBFF89-68AE-40D1-8F68-7D5962CB6621}"/>
    <dgm:cxn modelId="{49AF8724-411A-42B9-A93A-A71B4CF1C98C}" type="presOf" srcId="{1E926B4C-F291-4887-B835-1B9616C2EFB0}" destId="{5D2E44C4-8C6A-4998-9297-EA645CC2D2B6}" srcOrd="0" destOrd="0" presId="urn:microsoft.com/office/officeart/2005/8/layout/default#1"/>
    <dgm:cxn modelId="{D2C1CD19-1E07-42D0-9BC0-0DE2740C53E2}" type="presParOf" srcId="{5D2E44C4-8C6A-4998-9297-EA645CC2D2B6}" destId="{6A51FA88-7E9B-4D17-944D-53C6AA9BFC2F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926B4C-F291-4887-B835-1B9616C2EFB0}" type="doc">
      <dgm:prSet loTypeId="urn:microsoft.com/office/officeart/2005/8/layout/default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uz-Cyrl-UZ"/>
        </a:p>
      </dgm:t>
    </dgm:pt>
    <dgm:pt modelId="{16356E18-8259-4401-A7DE-31919CE6360F}">
      <dgm:prSet/>
      <dgm:spPr/>
      <dgm:t>
        <a:bodyPr/>
        <a:lstStyle/>
        <a:p>
          <a:pPr algn="ctr"/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qo‘llashning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foydali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jihatlari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ham bor.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yordamida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sikldan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ya’ni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muayyan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umumlashma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operator)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ishini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tugallaydigan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alohida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shart-sharoit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bo‘yicha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bajariladigan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protseduradan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Buning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bilan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u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tuzilmasini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faqat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lokal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ya’ni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boshqalarga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ta’sir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qilmaydigan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o‘rinda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buzishi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xolos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odatda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xato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vaziyatlarga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nisbatan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yuzaga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keladigan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reaksiya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munosabat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tuzilmasida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solish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ancha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qiyinchiliklar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tug‘diradi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dirty="0"/>
        </a:p>
      </dgm:t>
    </dgm:pt>
    <dgm:pt modelId="{0EC84F7D-C6E1-46C1-AF4B-295DD83EE683}" type="parTrans" cxnId="{3D1AB348-A15B-42D4-B47D-A2DFB1ADDB88}">
      <dgm:prSet/>
      <dgm:spPr/>
      <dgm:t>
        <a:bodyPr/>
        <a:lstStyle/>
        <a:p>
          <a:endParaRPr lang="uz-Cyrl-UZ"/>
        </a:p>
      </dgm:t>
    </dgm:pt>
    <dgm:pt modelId="{F8BBFF89-68AE-40D1-8F68-7D5962CB6621}" type="sibTrans" cxnId="{3D1AB348-A15B-42D4-B47D-A2DFB1ADDB88}">
      <dgm:prSet/>
      <dgm:spPr/>
      <dgm:t>
        <a:bodyPr/>
        <a:lstStyle/>
        <a:p>
          <a:endParaRPr lang="uz-Cyrl-UZ"/>
        </a:p>
      </dgm:t>
    </dgm:pt>
    <dgm:pt modelId="{5D2E44C4-8C6A-4998-9297-EA645CC2D2B6}" type="pres">
      <dgm:prSet presAssocID="{1E926B4C-F291-4887-B835-1B9616C2EFB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z-Cyrl-UZ"/>
        </a:p>
      </dgm:t>
    </dgm:pt>
    <dgm:pt modelId="{6A51FA88-7E9B-4D17-944D-53C6AA9BFC2F}" type="pres">
      <dgm:prSet presAssocID="{16356E18-8259-4401-A7DE-31919CE6360F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</dgm:ptLst>
  <dgm:cxnLst>
    <dgm:cxn modelId="{5BBCD987-88C9-4F6E-BC10-17546C440AB8}" type="presOf" srcId="{16356E18-8259-4401-A7DE-31919CE6360F}" destId="{6A51FA88-7E9B-4D17-944D-53C6AA9BFC2F}" srcOrd="0" destOrd="0" presId="urn:microsoft.com/office/officeart/2005/8/layout/default#1"/>
    <dgm:cxn modelId="{3D1AB348-A15B-42D4-B47D-A2DFB1ADDB88}" srcId="{1E926B4C-F291-4887-B835-1B9616C2EFB0}" destId="{16356E18-8259-4401-A7DE-31919CE6360F}" srcOrd="0" destOrd="0" parTransId="{0EC84F7D-C6E1-46C1-AF4B-295DD83EE683}" sibTransId="{F8BBFF89-68AE-40D1-8F68-7D5962CB6621}"/>
    <dgm:cxn modelId="{49AF8724-411A-42B9-A93A-A71B4CF1C98C}" type="presOf" srcId="{1E926B4C-F291-4887-B835-1B9616C2EFB0}" destId="{5D2E44C4-8C6A-4998-9297-EA645CC2D2B6}" srcOrd="0" destOrd="0" presId="urn:microsoft.com/office/officeart/2005/8/layout/default#1"/>
    <dgm:cxn modelId="{D2C1CD19-1E07-42D0-9BC0-0DE2740C53E2}" type="presParOf" srcId="{5D2E44C4-8C6A-4998-9297-EA645CC2D2B6}" destId="{6A51FA88-7E9B-4D17-944D-53C6AA9BFC2F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926B4C-F291-4887-B835-1B9616C2EFB0}" type="doc">
      <dgm:prSet loTypeId="urn:microsoft.com/office/officeart/2005/8/layout/default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uz-Cyrl-UZ"/>
        </a:p>
      </dgm:t>
    </dgm:pt>
    <dgm:pt modelId="{16356E18-8259-4401-A7DE-31919CE6360F}">
      <dgm:prSet/>
      <dgm:spPr/>
      <dgm:t>
        <a:bodyPr/>
        <a:lstStyle/>
        <a:p>
          <a:pPr algn="ctr"/>
          <a:endParaRPr lang="uz-Cyrl-UZ" dirty="0"/>
        </a:p>
      </dgm:t>
    </dgm:pt>
    <dgm:pt modelId="{0EC84F7D-C6E1-46C1-AF4B-295DD83EE683}" type="parTrans" cxnId="{3D1AB348-A15B-42D4-B47D-A2DFB1ADDB88}">
      <dgm:prSet/>
      <dgm:spPr/>
      <dgm:t>
        <a:bodyPr/>
        <a:lstStyle/>
        <a:p>
          <a:endParaRPr lang="uz-Cyrl-UZ"/>
        </a:p>
      </dgm:t>
    </dgm:pt>
    <dgm:pt modelId="{F8BBFF89-68AE-40D1-8F68-7D5962CB6621}" type="sibTrans" cxnId="{3D1AB348-A15B-42D4-B47D-A2DFB1ADDB88}">
      <dgm:prSet/>
      <dgm:spPr/>
      <dgm:t>
        <a:bodyPr/>
        <a:lstStyle/>
        <a:p>
          <a:endParaRPr lang="uz-Cyrl-UZ"/>
        </a:p>
      </dgm:t>
    </dgm:pt>
    <dgm:pt modelId="{5D2E44C4-8C6A-4998-9297-EA645CC2D2B6}" type="pres">
      <dgm:prSet presAssocID="{1E926B4C-F291-4887-B835-1B9616C2EFB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z-Cyrl-UZ"/>
        </a:p>
      </dgm:t>
    </dgm:pt>
    <dgm:pt modelId="{6A51FA88-7E9B-4D17-944D-53C6AA9BFC2F}" type="pres">
      <dgm:prSet presAssocID="{16356E18-8259-4401-A7DE-31919CE6360F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</dgm:ptLst>
  <dgm:cxnLst>
    <dgm:cxn modelId="{5BBCD987-88C9-4F6E-BC10-17546C440AB8}" type="presOf" srcId="{16356E18-8259-4401-A7DE-31919CE6360F}" destId="{6A51FA88-7E9B-4D17-944D-53C6AA9BFC2F}" srcOrd="0" destOrd="0" presId="urn:microsoft.com/office/officeart/2005/8/layout/default#1"/>
    <dgm:cxn modelId="{3D1AB348-A15B-42D4-B47D-A2DFB1ADDB88}" srcId="{1E926B4C-F291-4887-B835-1B9616C2EFB0}" destId="{16356E18-8259-4401-A7DE-31919CE6360F}" srcOrd="0" destOrd="0" parTransId="{0EC84F7D-C6E1-46C1-AF4B-295DD83EE683}" sibTransId="{F8BBFF89-68AE-40D1-8F68-7D5962CB6621}"/>
    <dgm:cxn modelId="{49AF8724-411A-42B9-A93A-A71B4CF1C98C}" type="presOf" srcId="{1E926B4C-F291-4887-B835-1B9616C2EFB0}" destId="{5D2E44C4-8C6A-4998-9297-EA645CC2D2B6}" srcOrd="0" destOrd="0" presId="urn:microsoft.com/office/officeart/2005/8/layout/default#1"/>
    <dgm:cxn modelId="{D2C1CD19-1E07-42D0-9BC0-0DE2740C53E2}" type="presParOf" srcId="{5D2E44C4-8C6A-4998-9297-EA645CC2D2B6}" destId="{6A51FA88-7E9B-4D17-944D-53C6AA9BFC2F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926B4C-F291-4887-B835-1B9616C2EFB0}" type="doc">
      <dgm:prSet loTypeId="urn:microsoft.com/office/officeart/2005/8/layout/default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uz-Cyrl-UZ"/>
        </a:p>
      </dgm:t>
    </dgm:pt>
    <dgm:pt modelId="{16356E18-8259-4401-A7DE-31919CE6360F}">
      <dgm:prSet/>
      <dgm:spPr/>
      <dgm:t>
        <a:bodyPr/>
        <a:lstStyle/>
        <a:p>
          <a:pPr algn="ctr"/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birlikdan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muddatdan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oldin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chiqishnigina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emas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balki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tegishli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berishni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ham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oshirish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masalan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to‘g‘ri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keladigan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tashxislash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axborotini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chiqarib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talab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qilinadi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vaziyatning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ishlovchisi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dasturning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to‘g‘ri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kelgan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bosqichida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turishi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murojaat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esa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turli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quyi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bosqichlardan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turib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oshirilishi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vaziyatlarga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reaksiya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munosabat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quyidagicha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oshiriladi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vaziyatlarning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ishlovchilari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u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yoki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oxiriga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joylashadi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hamda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beruvchi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dasturlanadiki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ishini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tugatgach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o‘zi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o‘rnashtirilgan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oxiridan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chiqishni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oshiradi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O’tish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beruvchiga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ushbu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birlikdan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turib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murojaatni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oshiradi</a:t>
          </a:r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dirty="0"/>
        </a:p>
      </dgm:t>
    </dgm:pt>
    <dgm:pt modelId="{0EC84F7D-C6E1-46C1-AF4B-295DD83EE683}" type="parTrans" cxnId="{3D1AB348-A15B-42D4-B47D-A2DFB1ADDB88}">
      <dgm:prSet/>
      <dgm:spPr/>
      <dgm:t>
        <a:bodyPr/>
        <a:lstStyle/>
        <a:p>
          <a:endParaRPr lang="uz-Cyrl-UZ"/>
        </a:p>
      </dgm:t>
    </dgm:pt>
    <dgm:pt modelId="{F8BBFF89-68AE-40D1-8F68-7D5962CB6621}" type="sibTrans" cxnId="{3D1AB348-A15B-42D4-B47D-A2DFB1ADDB88}">
      <dgm:prSet/>
      <dgm:spPr/>
      <dgm:t>
        <a:bodyPr/>
        <a:lstStyle/>
        <a:p>
          <a:endParaRPr lang="uz-Cyrl-UZ"/>
        </a:p>
      </dgm:t>
    </dgm:pt>
    <dgm:pt modelId="{5D2E44C4-8C6A-4998-9297-EA645CC2D2B6}" type="pres">
      <dgm:prSet presAssocID="{1E926B4C-F291-4887-B835-1B9616C2EFB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z-Cyrl-UZ"/>
        </a:p>
      </dgm:t>
    </dgm:pt>
    <dgm:pt modelId="{6A51FA88-7E9B-4D17-944D-53C6AA9BFC2F}" type="pres">
      <dgm:prSet presAssocID="{16356E18-8259-4401-A7DE-31919CE6360F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</dgm:ptLst>
  <dgm:cxnLst>
    <dgm:cxn modelId="{5BBCD987-88C9-4F6E-BC10-17546C440AB8}" type="presOf" srcId="{16356E18-8259-4401-A7DE-31919CE6360F}" destId="{6A51FA88-7E9B-4D17-944D-53C6AA9BFC2F}" srcOrd="0" destOrd="0" presId="urn:microsoft.com/office/officeart/2005/8/layout/default#1"/>
    <dgm:cxn modelId="{3D1AB348-A15B-42D4-B47D-A2DFB1ADDB88}" srcId="{1E926B4C-F291-4887-B835-1B9616C2EFB0}" destId="{16356E18-8259-4401-A7DE-31919CE6360F}" srcOrd="0" destOrd="0" parTransId="{0EC84F7D-C6E1-46C1-AF4B-295DD83EE683}" sibTransId="{F8BBFF89-68AE-40D1-8F68-7D5962CB6621}"/>
    <dgm:cxn modelId="{49AF8724-411A-42B9-A93A-A71B4CF1C98C}" type="presOf" srcId="{1E926B4C-F291-4887-B835-1B9616C2EFB0}" destId="{5D2E44C4-8C6A-4998-9297-EA645CC2D2B6}" srcOrd="0" destOrd="0" presId="urn:microsoft.com/office/officeart/2005/8/layout/default#1"/>
    <dgm:cxn modelId="{D2C1CD19-1E07-42D0-9BC0-0DE2740C53E2}" type="presParOf" srcId="{5D2E44C4-8C6A-4998-9297-EA645CC2D2B6}" destId="{6A51FA88-7E9B-4D17-944D-53C6AA9BFC2F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926B4C-F291-4887-B835-1B9616C2EFB0}" type="doc">
      <dgm:prSet loTypeId="urn:microsoft.com/office/officeart/2005/8/layout/default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uz-Cyrl-UZ"/>
        </a:p>
      </dgm:t>
    </dgm:pt>
    <dgm:pt modelId="{16356E18-8259-4401-A7DE-31919CE6360F}">
      <dgm:prSet/>
      <dgm:spPr/>
      <dgm:t>
        <a:bodyPr/>
        <a:lstStyle/>
        <a:p>
          <a:pPr algn="ctr"/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Foydalanilgan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adabiyotlar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ro‘yxati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endParaRPr lang="en-US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/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1.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Бухер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Патрик, «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Programmiersprachen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(Языки программирования), статья на сайте www.itacademy.cc, 10/2004 </a:t>
          </a:r>
          <a:endParaRPr lang="en-US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/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2.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Бухер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Патрик, «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Der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Bubble-Sort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Algorithmus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», статья на сайте www.it-academy.cc, 11/2004 </a:t>
          </a:r>
          <a:endParaRPr lang="en-US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/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3.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Бёме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д-р. P., «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Programmiersprachen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C/C++» (Язык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прогаммирования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C/C++), конспект лекций Института информатики Университета им. Мартина-Лютера,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Халле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-Виттенберг, 1996 </a:t>
          </a:r>
          <a:endParaRPr lang="en-US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/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4.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Блессманн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Бюттнер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Дакс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«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Anwendungsentwicklung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(Программирование),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Тройсдорф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2002 </a:t>
          </a:r>
          <a:endParaRPr lang="en-US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/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5.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Бройер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Клаус Ульрих и Мюллер,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Карлхайнц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«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Umsetzungshilfen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für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neue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Prüfungsstruktur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der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IT-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Berufe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(Помощь в реализации новых экзаменационных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стректур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для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ИКТпрофессий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), заключительный отчет», Федеральное министерство образования и исследований (ответственный редактор), Бонн, 10/2000 </a:t>
          </a:r>
          <a:endParaRPr lang="en-US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/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6. Федеральный институт образования (ответственный редактор), «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Erläuterungen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Praxishilfen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zur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Ausbildungsordnung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(Пояснения и практическая помощь по положению об организации профессиональной подготовки), Берлин, 1998 </a:t>
          </a:r>
          <a:endParaRPr lang="en-US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/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7.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Штабенов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Хельмут и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Тодт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Петер, «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Informations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-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Telekommunikationstechnik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(Информационная и телекоммуникационная техника),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Бад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Хомбург</a:t>
          </a:r>
          <a:r>
            <a:rPr lang="ru-RU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2001</a:t>
          </a:r>
          <a:endParaRPr lang="uz-Cyrl-UZ" dirty="0"/>
        </a:p>
      </dgm:t>
    </dgm:pt>
    <dgm:pt modelId="{0EC84F7D-C6E1-46C1-AF4B-295DD83EE683}" type="parTrans" cxnId="{3D1AB348-A15B-42D4-B47D-A2DFB1ADDB88}">
      <dgm:prSet/>
      <dgm:spPr/>
      <dgm:t>
        <a:bodyPr/>
        <a:lstStyle/>
        <a:p>
          <a:endParaRPr lang="uz-Cyrl-UZ"/>
        </a:p>
      </dgm:t>
    </dgm:pt>
    <dgm:pt modelId="{F8BBFF89-68AE-40D1-8F68-7D5962CB6621}" type="sibTrans" cxnId="{3D1AB348-A15B-42D4-B47D-A2DFB1ADDB88}">
      <dgm:prSet/>
      <dgm:spPr/>
      <dgm:t>
        <a:bodyPr/>
        <a:lstStyle/>
        <a:p>
          <a:endParaRPr lang="uz-Cyrl-UZ"/>
        </a:p>
      </dgm:t>
    </dgm:pt>
    <dgm:pt modelId="{5D2E44C4-8C6A-4998-9297-EA645CC2D2B6}" type="pres">
      <dgm:prSet presAssocID="{1E926B4C-F291-4887-B835-1B9616C2EFB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z-Cyrl-UZ"/>
        </a:p>
      </dgm:t>
    </dgm:pt>
    <dgm:pt modelId="{6A51FA88-7E9B-4D17-944D-53C6AA9BFC2F}" type="pres">
      <dgm:prSet presAssocID="{16356E18-8259-4401-A7DE-31919CE6360F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uz-Cyrl-UZ"/>
        </a:p>
      </dgm:t>
    </dgm:pt>
  </dgm:ptLst>
  <dgm:cxnLst>
    <dgm:cxn modelId="{5BBCD987-88C9-4F6E-BC10-17546C440AB8}" type="presOf" srcId="{16356E18-8259-4401-A7DE-31919CE6360F}" destId="{6A51FA88-7E9B-4D17-944D-53C6AA9BFC2F}" srcOrd="0" destOrd="0" presId="urn:microsoft.com/office/officeart/2005/8/layout/default#1"/>
    <dgm:cxn modelId="{3D1AB348-A15B-42D4-B47D-A2DFB1ADDB88}" srcId="{1E926B4C-F291-4887-B835-1B9616C2EFB0}" destId="{16356E18-8259-4401-A7DE-31919CE6360F}" srcOrd="0" destOrd="0" parTransId="{0EC84F7D-C6E1-46C1-AF4B-295DD83EE683}" sibTransId="{F8BBFF89-68AE-40D1-8F68-7D5962CB6621}"/>
    <dgm:cxn modelId="{49AF8724-411A-42B9-A93A-A71B4CF1C98C}" type="presOf" srcId="{1E926B4C-F291-4887-B835-1B9616C2EFB0}" destId="{5D2E44C4-8C6A-4998-9297-EA645CC2D2B6}" srcOrd="0" destOrd="0" presId="urn:microsoft.com/office/officeart/2005/8/layout/default#1"/>
    <dgm:cxn modelId="{D2C1CD19-1E07-42D0-9BC0-0DE2740C53E2}" type="presParOf" srcId="{5D2E44C4-8C6A-4998-9297-EA645CC2D2B6}" destId="{6A51FA88-7E9B-4D17-944D-53C6AA9BFC2F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6813C-3DC2-419B-8A5E-5D016B87D380}">
      <dsp:nvSpPr>
        <dsp:cNvPr id="0" name=""/>
        <dsp:cNvSpPr/>
      </dsp:nvSpPr>
      <dsp:spPr>
        <a:xfrm>
          <a:off x="343530" y="2554"/>
          <a:ext cx="7629167" cy="10417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76200" rIns="114300" bIns="762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 dirty="0" err="1" smtClean="0"/>
            <a:t>Tuzilmaviy</a:t>
          </a:r>
          <a:r>
            <a:rPr lang="en-US" sz="6000" kern="1200" dirty="0" smtClean="0"/>
            <a:t> </a:t>
          </a:r>
          <a:r>
            <a:rPr lang="en-US" sz="6000" kern="1200" dirty="0" err="1" smtClean="0"/>
            <a:t>dasturlash</a:t>
          </a:r>
          <a:endParaRPr lang="uz-Cyrl-UZ" sz="6000" kern="1200" dirty="0"/>
        </a:p>
      </dsp:txBody>
      <dsp:txXfrm>
        <a:off x="374042" y="33066"/>
        <a:ext cx="7568143" cy="980731"/>
      </dsp:txXfrm>
    </dsp:sp>
    <dsp:sp modelId="{51613D5F-B897-437C-AAAB-72E28F716F37}">
      <dsp:nvSpPr>
        <dsp:cNvPr id="0" name=""/>
        <dsp:cNvSpPr/>
      </dsp:nvSpPr>
      <dsp:spPr>
        <a:xfrm>
          <a:off x="1106447" y="1044310"/>
          <a:ext cx="762916" cy="1090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0828"/>
              </a:lnTo>
              <a:lnTo>
                <a:pt x="762916" y="1090828"/>
              </a:lnTo>
            </a:path>
          </a:pathLst>
        </a:custGeom>
        <a:noFill/>
        <a:ln w="19050" cap="rnd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C941F-F380-4AC1-84A4-1399C08581E1}">
      <dsp:nvSpPr>
        <dsp:cNvPr id="0" name=""/>
        <dsp:cNvSpPr/>
      </dsp:nvSpPr>
      <dsp:spPr>
        <a:xfrm>
          <a:off x="1869363" y="1407920"/>
          <a:ext cx="7163351" cy="1454438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z-Cyrl-UZ" sz="6500" kern="1200" dirty="0"/>
        </a:p>
      </dsp:txBody>
      <dsp:txXfrm>
        <a:off x="1911962" y="1450519"/>
        <a:ext cx="7078153" cy="1369240"/>
      </dsp:txXfrm>
    </dsp:sp>
    <dsp:sp modelId="{B50DDE96-45A8-4826-8133-DF460AB1D6B2}">
      <dsp:nvSpPr>
        <dsp:cNvPr id="0" name=""/>
        <dsp:cNvSpPr/>
      </dsp:nvSpPr>
      <dsp:spPr>
        <a:xfrm>
          <a:off x="1106447" y="1044310"/>
          <a:ext cx="762916" cy="2908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08876"/>
              </a:lnTo>
              <a:lnTo>
                <a:pt x="762916" y="2908876"/>
              </a:lnTo>
            </a:path>
          </a:pathLst>
        </a:custGeom>
        <a:noFill/>
        <a:ln w="19050" cap="rnd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E2BAB-DB9C-4AE7-9E69-546561A3D168}">
      <dsp:nvSpPr>
        <dsp:cNvPr id="0" name=""/>
        <dsp:cNvSpPr/>
      </dsp:nvSpPr>
      <dsp:spPr>
        <a:xfrm>
          <a:off x="1869363" y="3225967"/>
          <a:ext cx="7970041" cy="1454438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z-Cyrl-UZ" sz="6500" kern="1200" dirty="0"/>
        </a:p>
      </dsp:txBody>
      <dsp:txXfrm>
        <a:off x="1911962" y="3268566"/>
        <a:ext cx="7884843" cy="1369240"/>
      </dsp:txXfrm>
    </dsp:sp>
    <dsp:sp modelId="{B559B0B1-C880-4EDA-8D2B-06E8288DD0FF}">
      <dsp:nvSpPr>
        <dsp:cNvPr id="0" name=""/>
        <dsp:cNvSpPr/>
      </dsp:nvSpPr>
      <dsp:spPr>
        <a:xfrm>
          <a:off x="1106447" y="1044310"/>
          <a:ext cx="762916" cy="4726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26923"/>
              </a:lnTo>
              <a:lnTo>
                <a:pt x="762916" y="4726923"/>
              </a:lnTo>
            </a:path>
          </a:pathLst>
        </a:custGeom>
        <a:noFill/>
        <a:ln w="19050" cap="rnd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7B2604-EA1A-4D6E-9027-3D809DF83387}">
      <dsp:nvSpPr>
        <dsp:cNvPr id="0" name=""/>
        <dsp:cNvSpPr/>
      </dsp:nvSpPr>
      <dsp:spPr>
        <a:xfrm>
          <a:off x="1869363" y="5044015"/>
          <a:ext cx="8058447" cy="1454438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z-Cyrl-UZ" sz="6500" kern="1200" dirty="0"/>
        </a:p>
      </dsp:txBody>
      <dsp:txXfrm>
        <a:off x="1911962" y="5086614"/>
        <a:ext cx="7973249" cy="1369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1FA88-7E9B-4D17-944D-53C6AA9BFC2F}">
      <dsp:nvSpPr>
        <dsp:cNvPr id="0" name=""/>
        <dsp:cNvSpPr/>
      </dsp:nvSpPr>
      <dsp:spPr>
        <a:xfrm>
          <a:off x="0" y="323449"/>
          <a:ext cx="8942655" cy="5365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Strukturali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dasturlashning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asosiy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konstruktsiyalari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quyidagilardir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: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ketma-ketlik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tarmoqlanish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takrorlanish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(4.4-rasmga </a:t>
          </a:r>
          <a:r>
            <a:rPr lang="ru-RU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qarang</a:t>
          </a:r>
          <a:r>
            <a:rPr lang="ru-RU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).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Umumlashma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operatorlar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uzellari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- S, S1, S2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hamda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predikat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shart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- R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ushbu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konstruktsiyalarning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tarkibiy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qismlari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komponentlaridir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).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Bunda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qo‘llanayotgan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tilining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oddiy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o‘zlashtirish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kirish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protseduraga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murojaat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qilish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operatorlari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),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yoki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strukturali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asosiy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boshqaruv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konsturktsiyalarining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kompozitsiyasi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bo‘lgan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fragmenti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umumlashma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operator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sifatida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xizmat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qilishi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Muhimi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shundaki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har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boshqaruv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bo‘yicha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faqat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kirish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chiqishga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ega</a:t>
          </a:r>
          <a:r>
            <a:rPr lang="en-US" sz="28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sz="2800" kern="1200" dirty="0"/>
        </a:p>
      </dsp:txBody>
      <dsp:txXfrm>
        <a:off x="0" y="323449"/>
        <a:ext cx="8942655" cy="53655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1FA88-7E9B-4D17-944D-53C6AA9BFC2F}">
      <dsp:nvSpPr>
        <dsp:cNvPr id="0" name=""/>
        <dsp:cNvSpPr/>
      </dsp:nvSpPr>
      <dsp:spPr>
        <a:xfrm>
          <a:off x="0" y="323449"/>
          <a:ext cx="8942655" cy="5365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ba’zida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«GO TO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siz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deb ham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ataladi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Biroq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yerda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gap operator GO TO da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emas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balki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betartib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foydalanishdadir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Ko‘p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hollarda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ayrim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tillarida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masalan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FORTRAN da)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aks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ettirilganda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(GO TO)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konstruktsiyalarni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ishlatish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uchun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qo‘llanadi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Bu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tamoilini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buzmaydi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Dasturni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aynan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«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bo‘lmagan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operatorlari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chalkashtiradi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bunda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ayniqsa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matn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modulida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bajarilayotgan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operatoridan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yuqorida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avval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joylashgan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operatorga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chalkashtiradi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bo‘lsa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-da,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operatorini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chetlab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o‘tishga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urinsak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dasturlar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nihoyatda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katta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qo‘pol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bo‘lib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ketishi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Bu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esa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ularning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aniqligiga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zarar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yetkazadi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matn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modulida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qo‘shimcha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xatolarning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paydo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havfini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tug‘diradi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Shuning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uchun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bo‘lgan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o‘rinda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operatorini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chetlab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o‘tishni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maslahat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ammo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aniqligiga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zarar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yetkazmasligi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4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kerak</a:t>
          </a:r>
          <a:r>
            <a:rPr lang="en-US" sz="24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sz="2400" kern="1200" dirty="0"/>
        </a:p>
      </dsp:txBody>
      <dsp:txXfrm>
        <a:off x="0" y="323449"/>
        <a:ext cx="8942655" cy="53655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1FA88-7E9B-4D17-944D-53C6AA9BFC2F}">
      <dsp:nvSpPr>
        <dsp:cNvPr id="0" name=""/>
        <dsp:cNvSpPr/>
      </dsp:nvSpPr>
      <dsp:spPr>
        <a:xfrm>
          <a:off x="0" y="323449"/>
          <a:ext cx="8942655" cy="5365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operatorini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qo‘llashning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foydali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jihatlari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ham bor.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O‘tish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yordamida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sikldan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ya’ni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muayyan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umumlashma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operator)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ishini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tugallaydigan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alohida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shart-sharoit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bo‘yicha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bajariladigan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protseduradan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chiqishni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oshirish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Buning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bilan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u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tuzilmasini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faqat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lokal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ya’ni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boshqalarga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ta’sir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qilmaydigan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bitta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o‘rinda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buzishi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xolos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odatda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xato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vaziyatlarga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nisbatan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yuzaga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keladigan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reaksiya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munosabat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tuzilmasida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ishga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solish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ancha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qiyinchiliklar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3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tug‘diradi</a:t>
          </a:r>
          <a:r>
            <a:rPr lang="en-US" sz="32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sz="3200" kern="1200" dirty="0"/>
        </a:p>
      </dsp:txBody>
      <dsp:txXfrm>
        <a:off x="0" y="323449"/>
        <a:ext cx="8942655" cy="53655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1FA88-7E9B-4D17-944D-53C6AA9BFC2F}">
      <dsp:nvSpPr>
        <dsp:cNvPr id="0" name=""/>
        <dsp:cNvSpPr/>
      </dsp:nvSpPr>
      <dsp:spPr>
        <a:xfrm>
          <a:off x="0" y="323449"/>
          <a:ext cx="8942655" cy="5365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z-Cyrl-UZ" sz="6500" kern="1200" dirty="0"/>
        </a:p>
      </dsp:txBody>
      <dsp:txXfrm>
        <a:off x="0" y="323449"/>
        <a:ext cx="8942655" cy="53655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1FA88-7E9B-4D17-944D-53C6AA9BFC2F}">
      <dsp:nvSpPr>
        <dsp:cNvPr id="0" name=""/>
        <dsp:cNvSpPr/>
      </dsp:nvSpPr>
      <dsp:spPr>
        <a:xfrm>
          <a:off x="0" y="323449"/>
          <a:ext cx="8942655" cy="5365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birlikdan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muddatdan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oldin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chiqishnigina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emas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balki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tegishli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berishni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ham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oshirish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masalan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to‘g‘ri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keladigan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tashxislash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axborotini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chiqarib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berish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talab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qilinadi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vaziyatning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ishlovchisi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dasturning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to‘g‘ri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kelgan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bosqichida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turishi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murojaat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esa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turli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quyi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bosqichlardan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turib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oshirilishi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mumkin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vaziyatlarga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reaksiya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(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munosabat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quyidagicha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oshiriladi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Favqulotda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vaziyatlarning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ishlovchilari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u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yoki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oxiriga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joylashadi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hamda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har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beruvchi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dasturlanadiki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ishini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tugatgach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o‘zi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o‘rnashtirilgan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oxiridan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chiqishni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oshiradi</a:t>
          </a:r>
          <a:r>
            <a:rPr lang="ru-RU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O’tish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operatori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shunday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ishlov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beruvchiga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ushbu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tuzilmaviy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birlikdan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turib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murojaatni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amalga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2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oshiradi</a:t>
          </a:r>
          <a:r>
            <a:rPr lang="en-US" sz="26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.</a:t>
          </a:r>
          <a:endParaRPr lang="uz-Cyrl-UZ" sz="2600" kern="1200" dirty="0"/>
        </a:p>
      </dsp:txBody>
      <dsp:txXfrm>
        <a:off x="0" y="323449"/>
        <a:ext cx="8942655" cy="53655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1FA88-7E9B-4D17-944D-53C6AA9BFC2F}">
      <dsp:nvSpPr>
        <dsp:cNvPr id="0" name=""/>
        <dsp:cNvSpPr/>
      </dsp:nvSpPr>
      <dsp:spPr>
        <a:xfrm>
          <a:off x="0" y="323449"/>
          <a:ext cx="8942655" cy="5365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Foydalanilgan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adabiyotlar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ro‘yxati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endParaRPr lang="en-US" sz="1700" kern="1200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1.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Бухер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Патрик, «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Programmiersprachen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(Языки программирования), статья на сайте www.itacademy.cc, 10/2004 </a:t>
          </a:r>
          <a:endParaRPr lang="en-US" sz="1700" kern="1200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2.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Бухер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Патрик, «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Der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Bubble-Sort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Algorithmus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», статья на сайте www.it-academy.cc, 11/2004 </a:t>
          </a:r>
          <a:endParaRPr lang="en-US" sz="1700" kern="1200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3.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Бёме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д-р. P., «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Programmiersprachen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C/C++» (Язык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прогаммирования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C/C++), конспект лекций Института информатики Университета им. Мартина-Лютера,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Халле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-Виттенберг, 1996 </a:t>
          </a:r>
          <a:endParaRPr lang="en-US" sz="1700" kern="1200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4.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Блессманн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Бюттнер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Дакс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«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Anwendungsentwicklung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(Программирование),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Тройсдорф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2002 </a:t>
          </a:r>
          <a:endParaRPr lang="en-US" sz="1700" kern="1200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5.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Бройер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Клаус Ульрих и Мюллер,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Карлхайнц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«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Umsetzungshilfen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für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neue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Prüfungsstruktur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der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IT-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Berufe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(Помощь в реализации новых экзаменационных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стректур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для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ИКТпрофессий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), заключительный отчет», Федеральное министерство образования и исследований (ответственный редактор), Бонн, 10/2000 </a:t>
          </a:r>
          <a:endParaRPr lang="en-US" sz="1700" kern="1200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6. Федеральный институт образования (ответственный редактор), «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Erläuterungen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Praxishilfen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zur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Ausbildungsordnung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(Пояснения и практическая помощь по положению об организации профессиональной подготовки), Берлин, 1998 </a:t>
          </a:r>
          <a:endParaRPr lang="en-US" sz="1700" kern="1200" dirty="0" smtClean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7.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Штабенов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Хельмут и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Тодт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Петер, «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Informations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-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und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Telekommunikationstechnik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» (Информационная и телекоммуникационная техника),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Бад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ru-RU" sz="17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Хомбург</a:t>
          </a:r>
          <a:r>
            <a:rPr lang="ru-RU" sz="1700" kern="1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, 2001</a:t>
          </a:r>
          <a:endParaRPr lang="uz-Cyrl-UZ" sz="1700" kern="1200" dirty="0"/>
        </a:p>
      </dsp:txBody>
      <dsp:txXfrm>
        <a:off x="0" y="323449"/>
        <a:ext cx="8942655" cy="5365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01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224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91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89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4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15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25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5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08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8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1223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02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792435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9254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68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6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pPr/>
              <a:t>8/25/2020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1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713984"/>
            <a:ext cx="8825658" cy="3336888"/>
          </a:xfrm>
        </p:spPr>
        <p:txBody>
          <a:bodyPr/>
          <a:lstStyle/>
          <a:p>
            <a:pPr algn="ctr"/>
            <a:r>
              <a:rPr lang="en-US" sz="6000" b="1" dirty="0" err="1" smtClean="0"/>
              <a:t>Dasturiy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ta’minot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tizimlarini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loyihalash</a:t>
            </a:r>
            <a:endParaRPr lang="uz-Cyrl-UZ" sz="6000" b="1" dirty="0"/>
          </a:p>
        </p:txBody>
      </p:sp>
    </p:spTree>
    <p:extLst>
      <p:ext uri="{BB962C8B-B14F-4D97-AF65-F5344CB8AC3E}">
        <p14:creationId xmlns:p14="http://schemas.microsoft.com/office/powerpoint/2010/main" val="61912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163268" y="2044020"/>
            <a:ext cx="8825658" cy="33368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Mavzu</a:t>
            </a:r>
            <a:r>
              <a:rPr lang="en-US" sz="6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#1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 </a:t>
            </a:r>
            <a:r>
              <a:rPr lang="en-US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3-qism:</a:t>
            </a:r>
          </a:p>
          <a:p>
            <a:pPr algn="ctr"/>
            <a:r>
              <a:rPr lang="uz-Cyrl-UZ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Dasturiy </a:t>
            </a:r>
            <a:r>
              <a:rPr lang="uz-Cyrl-UZ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ta’minоt (DT)ni yaratish jarayoniga </a:t>
            </a:r>
            <a:r>
              <a:rPr lang="en-US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uz-Cyrl-UZ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irish</a:t>
            </a:r>
            <a:r>
              <a:rPr lang="uz-Cyrl-UZ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Lоyihalashning o’rni. Tuzilmaviy dasturlashdan misоllar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/>
              <a:t>  </a:t>
            </a:r>
            <a:endParaRPr lang="uz-Cyrl-UZ" sz="6000" b="1" dirty="0"/>
          </a:p>
        </p:txBody>
      </p:sp>
    </p:spTree>
    <p:extLst>
      <p:ext uri="{BB962C8B-B14F-4D97-AF65-F5344CB8AC3E}">
        <p14:creationId xmlns:p14="http://schemas.microsoft.com/office/powerpoint/2010/main" val="2789641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970369"/>
              </p:ext>
            </p:extLst>
          </p:nvPr>
        </p:nvGraphicFramePr>
        <p:xfrm>
          <a:off x="0" y="250521"/>
          <a:ext cx="10271342" cy="6501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942406" y="1671528"/>
            <a:ext cx="7974677" cy="5146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Modulni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dasturlashda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nafaqat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kompyuterga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balki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insonga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tushunarli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bo‘lishini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hisobga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olish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kerak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modulni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ishlab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chiquvchilar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tekshiruvchi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shaxslar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modulni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sozlash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tuzuvchi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testchilar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modulga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talab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qilingan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o‘zgarishlarni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kirituvchi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kuzatib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boruvchilari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ishi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mantiqini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ru-RU" sz="17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qayta-qayta</a:t>
            </a:r>
            <a:r>
              <a:rPr lang="ru-RU" sz="17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tahlil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etishga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majbur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bo‘ladilar</a:t>
            </a:r>
            <a:r>
              <a:rPr lang="ru-RU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7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7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ozirgi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zamon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tillarida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ushbu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mantiqni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g‘oyat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chalkashtirib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yuboradigan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vositalar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ko‘p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bo‘lib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ular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modulni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inson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tushunilishini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qiyinlashtiradi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keladigan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vositalarini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tanlash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choralarini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ko‘rish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ma’lum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tartibiga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rioya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zarur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Buning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bog‘liq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Deykstra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nechta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turdagi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konstruktsiyalari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tuzilmalar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iborat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kompozitsiya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qurishni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taklif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qildiki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konstruktsiyalari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mantig’ini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tushunarliroq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shunday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konstruktsiyalardan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tuzilmaviy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strukturali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degan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ataldi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13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988821"/>
              </p:ext>
            </p:extLst>
          </p:nvPr>
        </p:nvGraphicFramePr>
        <p:xfrm>
          <a:off x="677333" y="438411"/>
          <a:ext cx="8942655" cy="601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605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284230"/>
              </p:ext>
            </p:extLst>
          </p:nvPr>
        </p:nvGraphicFramePr>
        <p:xfrm>
          <a:off x="677333" y="438411"/>
          <a:ext cx="8942655" cy="601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13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805937"/>
              </p:ext>
            </p:extLst>
          </p:nvPr>
        </p:nvGraphicFramePr>
        <p:xfrm>
          <a:off x="677333" y="438411"/>
          <a:ext cx="8942655" cy="601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246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873557"/>
              </p:ext>
            </p:extLst>
          </p:nvPr>
        </p:nvGraphicFramePr>
        <p:xfrm>
          <a:off x="677333" y="438411"/>
          <a:ext cx="8942655" cy="601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7846" y="1202299"/>
            <a:ext cx="6862452" cy="414709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207180" y="5429212"/>
            <a:ext cx="5882957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Tuzilmaviy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dasturlashning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asosiy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konsturktsiyalari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1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511164"/>
              </p:ext>
            </p:extLst>
          </p:nvPr>
        </p:nvGraphicFramePr>
        <p:xfrm>
          <a:off x="677333" y="438411"/>
          <a:ext cx="8942655" cy="601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967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972145"/>
              </p:ext>
            </p:extLst>
          </p:nvPr>
        </p:nvGraphicFramePr>
        <p:xfrm>
          <a:off x="677333" y="438411"/>
          <a:ext cx="8942655" cy="601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998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b9825a8e7f8ff630a21afdb7c7d3e7b584de9c"/>
</p:tagLst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684</TotalTime>
  <Words>778</Words>
  <Application>Microsoft Office PowerPoint</Application>
  <PresentationFormat>Широкоэкранный</PresentationFormat>
  <Paragraphs>23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Trebuchet MS</vt:lpstr>
      <vt:lpstr>Wingdings 3</vt:lpstr>
      <vt:lpstr>Грань</vt:lpstr>
      <vt:lpstr>Dasturiy ta’minot tizimlarini loyihalash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программными проектами</dc:title>
  <dc:creator>Sibiyahonim</dc:creator>
  <cp:lastModifiedBy>User</cp:lastModifiedBy>
  <cp:revision>85</cp:revision>
  <dcterms:created xsi:type="dcterms:W3CDTF">2017-03-13T07:06:54Z</dcterms:created>
  <dcterms:modified xsi:type="dcterms:W3CDTF">2020-08-25T05:56:27Z</dcterms:modified>
</cp:coreProperties>
</file>